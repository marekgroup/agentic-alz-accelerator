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Well-Architected Reliability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FFFFFF"/>
                </a:solidFill>
              </a:defRPr>
            </a:pPr>
            <a:r>
              <a:t>Scope: mrg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t>Generated: 2026-05-26 19:34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4292E"/>
                </a:solidFill>
              </a:defRPr>
            </a:pPr>
            <a:r>
              <a:t>Overall Score</a:t>
            </a:r>
          </a:p>
          <a:p>
            <a:pPr>
              <a:defRPr sz="4800" b="1">
                <a:solidFill>
                  <a:srgbClr val="CC0000"/>
                </a:solidFill>
              </a:defRPr>
            </a:pPr>
            <a:r>
              <a:t>42/100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4292E"/>
                </a:solidFill>
              </a:defRPr>
            </a:pPr>
            <a:r>
              <a:t>Resources: 91</a:t>
            </a:r>
          </a:p>
          <a:p>
            <a:pPr>
              <a:spcAft>
                <a:spcPts val="400"/>
              </a:spcAft>
              <a:defRPr sz="1400">
                <a:solidFill>
                  <a:srgbClr val="24292E"/>
                </a:solidFill>
              </a:defRPr>
            </a:pPr>
            <a:r>
              <a:t>Checks Run: 280</a:t>
            </a:r>
          </a:p>
          <a:p>
            <a:pPr>
              <a:spcAft>
                <a:spcPts val="400"/>
              </a:spcAft>
              <a:defRPr sz="1400">
                <a:solidFill>
                  <a:srgbClr val="24292E"/>
                </a:solidFill>
              </a:defRPr>
            </a:pPr>
            <a:r>
              <a:t>Checks Passed: 236</a:t>
            </a:r>
          </a:p>
          <a:p>
            <a:pPr>
              <a:spcAft>
                <a:spcPts val="400"/>
              </a:spcAft>
              <a:defRPr sz="1400">
                <a:solidFill>
                  <a:srgbClr val="24292E"/>
                </a:solidFill>
              </a:defRPr>
            </a:pPr>
            <a:r>
              <a:t>Findings: 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Findings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Reliability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Cost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Operational Excellence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Performance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Pillar: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C0000"/>
                </a:solidFill>
              </a:defRPr>
            </a:pPr>
            <a:r>
              <a:t>30/100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292E"/>
                </a:solidFill>
              </a:defRPr>
            </a:pPr>
            <a:r>
              <a:t>Critical: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High: 3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Medium: 4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Low: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Total: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SEC-010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Defender for Cloud enabled on subscriptions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SEC-014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DDoS Protection Plan on hub VNet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SEC-025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Managed Identity preferred over service principal secrets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SEC-029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Storage accounts require secure transfer (SMB encryption)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SEC-008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Public IP addresses detected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Pillar: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C0000"/>
                </a:solidFill>
              </a:defRPr>
            </a:pPr>
            <a:r>
              <a:t>15/100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292E"/>
                </a:solidFill>
              </a:defRPr>
            </a:pPr>
            <a:r>
              <a:t>Critical: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High: 6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Medium: 5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Low: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Total: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APRL-REL-E6C7E1CC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Ensure that storage accounts are zone or region redundant (storageAccounts)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APRL-REL-C63B81FB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Use Standard SKU and Zone-Redundant IPs when applicable (publicIPAddresses)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APRL-REL-273F6B30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Run production workloads on two or more VMs using VMSS Flex (virtualMachines)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APRL-REL-2BD0BE95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Deploy VMs across Availability Zones (virtualMachines)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VMs without availability zones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Pillar: Cost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C0000"/>
                </a:solidFill>
              </a:defRPr>
            </a:pPr>
            <a:r>
              <a:t>33/100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292E"/>
                </a:solidFill>
              </a:defRPr>
            </a:pPr>
            <a:r>
              <a:t>Critical: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High: 4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Medium: 5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Low: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Total: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COS-001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 budget resources found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COS-014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Azure Advisor cost recommendations pending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COS-017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Resource groups missing CostCenter tag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COS-009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Long-running VMs without Reserved Instances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COS-004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Orphan network interfaces (unattached)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Pillar: Operational Excellence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C0000"/>
                </a:solidFill>
              </a:defRPr>
            </a:pPr>
            <a:r>
              <a:t>50/100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292E"/>
                </a:solidFill>
              </a:defRPr>
            </a:pPr>
            <a:r>
              <a:t>Critical: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High: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Medium: 6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Low: 5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Total: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OPE-006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 hub VNet or firewall detected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APRL-OPE-1E28BBC1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Configure Network Watcher Connection monitor (networkWatchers)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APRL-OPE-06B77BE9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Enable Virtual Network Flow Logs (virtualNetworks)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OPE-005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Resources missing required tags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OPE-007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Virtual machines without diagnostic settings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Pillar: Performance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07C10"/>
                </a:solidFill>
              </a:defRPr>
            </a:pPr>
            <a:r>
              <a:t>83/100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292E"/>
                </a:solidFill>
              </a:defRPr>
            </a:pPr>
            <a:r>
              <a:t>Critical: 0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High: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Medium: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Low: 1</a:t>
            </a:r>
          </a:p>
          <a:p>
            <a:pPr>
              <a:defRPr sz="1400">
                <a:solidFill>
                  <a:srgbClr val="24292E"/>
                </a:solidFill>
              </a:defRPr>
            </a:pPr>
            <a:r>
              <a:t>Total: 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37160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APRL-PER-DF0FF862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Mission Critical Workloads should consider using Premium or Ultra Disks (virtualMachines)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CCA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PER-015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Storage accounts without private endpoints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3366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Storage accounts using legacy SKU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Remediation Roadmap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97280"/>
                <a:gridCol w="1097280"/>
                <a:gridCol w="3657600"/>
                <a:gridCol w="4389120"/>
              </a:tblGrid>
              <a:tr h="41563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Rule ID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Defender for Cloud enabled on 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Enable Defender for Cloud Standard tier on all subscriptions.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APRL-PER-DF0FF862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Mission Critical Workloads should consider using Premium or Ultra Disks (virtualMachines)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Compared to Standard HDD and SSD, Premium SSD, SSD v2, and Ultra Disks offer improved performance, configurability, and higher single-instance VM uptime SLAs. The lowest SLA of all disks on a VM applies, so it is best to use Premium or Ultra Disks for the highest uptime SLA.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APRL-REL-273F6B30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Run production workloads on two or more VMs using VMSS Flex (virtualMachines)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Production VM workloads should be deployed on multiple VMs and grouped in a VMSS Flex instance to intelligently distribute across the platform, minimizing the impact of platform faults and updates.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APRL-REL-2BD0BE95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Deploy VMs across Availability Zones (virtualMachines)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Azure Availability Zones, within each Azure region, are tolerant to local failures, protecting applications and data against unlikely Datacenter failures by being physically separate.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APRL-REL-C63B81FB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Use Standard SKU and Zone-Redundant IPs when applicable (publicIPAddresses)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Public IP addresses in Azure can be of standard SKU, available as non-zonal, zonal, or zone-redundant. Zone-redundant IPs are accessible across all zones, resisting any single zone failure, thereby providing higher resilience.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APRL-REL-E6C7E1CC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Ensure that storage accounts are zone or region redundant (storageAccounts)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Redundancy ensures storage accounts meet availability and durability targets amidst failures, weighing lower costs against higher availability. Locally redundant storage offers the least durability at the lowest cost.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 budget resources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Create budget resources with 80/100/120% forecast alerts.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COS-009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Long-running VMs without Reserved Instances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Purchase Reserved Instances for VMs running 24/7 to save up to 72% vs pay-as-you-go.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COS-014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Azure Advisor cost recommendations 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Review and act on Azure Advisor cost recommendations to reduce waste.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COS-017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E673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Resource groups missing CostCenter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Apply CostCenter tag to all resource groups for cost allocation and chargeback.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4292E"/>
                </a:solidFill>
              </a:defRPr>
            </a:pPr>
            <a:r>
              <a:t>Resource Inventory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Resource Type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microsoft.network/networksecuritygroups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microsoft.network/privatednszones/virtualnetworklinks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microsoft.network/privatednszones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microsoft.network/networkwatchers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microsoft.network/virtualnetworks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microsoft.storage/storageaccounts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microsoft.eventgrid/systemtopics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microsoft.insights/actiongroups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microsoft.logic/workflows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microsoft.managedidentity/userassignedidentities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microsoft.automation/automationaccounts/runbooks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microsoft.automation/automationaccounts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microsoft.network/publicipaddresses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microsoft.network/bastionhosts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microsoft.operationalinsights/workspaces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